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56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60"/>
    <p:restoredTop sz="94694"/>
  </p:normalViewPr>
  <p:slideViewPr>
    <p:cSldViewPr snapToGrid="0">
      <p:cViewPr varScale="1">
        <p:scale>
          <a:sx n="98" d="100"/>
          <a:sy n="98" d="100"/>
        </p:scale>
        <p:origin x="216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D51AA-929F-F476-FEB3-4DA448B7CE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958A4D-5088-815B-C9C0-314A163418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B5654-C4FA-50EC-B94B-E6BEA5FB7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598E-7988-2D43-8C2F-BD0D1BD8502B}" type="datetimeFigureOut">
              <a:rPr lang="en-US" smtClean="0"/>
              <a:t>3/10/25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E406D-0BAD-9318-CF0C-990E5BC21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FEA9E-E85B-95EA-7C6B-203C2F138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35EF6-BD58-E64C-9122-4534BC22D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423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345B0-F871-FAAA-F9B8-C22D2C984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3093A-6255-591B-B6E2-C9081CC8E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0B851-7390-3AF6-0252-951E84D0C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598E-7988-2D43-8C2F-BD0D1BD8502B}" type="datetimeFigureOut">
              <a:rPr lang="en-US" smtClean="0"/>
              <a:t>3/10/25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23BF8-C77A-79F0-143B-43785C8F5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325C9-672B-A617-1DD9-1E44AF925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35EF6-BD58-E64C-9122-4534BC22D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224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7A65A-042E-85AD-469E-50A4F80C6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C5A5D-28FE-9D58-E99C-5D618F627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F32C0-9CC5-051C-8932-4F23F2C4E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598E-7988-2D43-8C2F-BD0D1BD8502B}" type="datetimeFigureOut">
              <a:rPr lang="en-US" smtClean="0"/>
              <a:t>3/10/25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F8079-8116-F238-97D4-110B60CA3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0AAFE-323B-5C3C-751C-997DBBDA0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35EF6-BD58-E64C-9122-4534BC22D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592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174B2-B2DF-A9BA-9C76-F6FAC27B1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76D99-F306-9145-1F59-19BD878FAE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0E1EA3-8E53-9434-A137-E526DEA9BA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49BF04-8290-8E3E-4716-593B2719E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598E-7988-2D43-8C2F-BD0D1BD8502B}" type="datetimeFigureOut">
              <a:rPr lang="en-US" smtClean="0"/>
              <a:t>3/10/25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F34A79-E610-3103-4C8A-765315906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EA5F0-193E-5853-FA0A-F5C2CB0C2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35EF6-BD58-E64C-9122-4534BC22D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303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C0AC6-5327-D4F6-D680-22F9C65F6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5F3A8-B756-3F42-1119-B245240D0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62B9CC-5B85-673D-736A-06B2C4725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8AA2C1-4DD1-1958-B959-C4ACB4E372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229F5F-9FBD-BA11-A2AF-98BAFC872C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D7E37C-4A27-D607-14A1-6765245AD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598E-7988-2D43-8C2F-BD0D1BD8502B}" type="datetimeFigureOut">
              <a:rPr lang="en-US" smtClean="0"/>
              <a:t>3/10/25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2B83D6-77E4-4CB0-2F77-C2B15AB36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0385D4-6AD9-D0BB-B182-F75EEA16D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35EF6-BD58-E64C-9122-4534BC22D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65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3D4BC-1953-5C9B-8EAD-8FDF8C73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80AC53-50AD-EE90-22D3-901FAD3BB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598E-7988-2D43-8C2F-BD0D1BD8502B}" type="datetimeFigureOut">
              <a:rPr lang="en-US" smtClean="0"/>
              <a:t>3/10/25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3D03D0-4E5C-C455-63BD-626E898F6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199FDA-A249-333F-4F0A-3AB1F6626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35EF6-BD58-E64C-9122-4534BC22D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188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B550DB-E2B7-7DE5-C7C6-2B1A55B3A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598E-7988-2D43-8C2F-BD0D1BD8502B}" type="datetimeFigureOut">
              <a:rPr lang="en-US" smtClean="0"/>
              <a:t>3/10/25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03BAFC-3B2B-E963-AAEF-A2CC731F5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F9903-6533-5CD5-69CB-43CAB35CD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35EF6-BD58-E64C-9122-4534BC22D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356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28EF2-C441-AE56-F276-A33B2A308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DF991-AEEA-379E-F888-440BC90B4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DAD1F4-00BA-E86E-24B8-C612B4375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E420FA-B769-40BC-CD8F-93F9E6292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598E-7988-2D43-8C2F-BD0D1BD8502B}" type="datetimeFigureOut">
              <a:rPr lang="en-US" smtClean="0"/>
              <a:t>3/10/25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30D150-17A7-7B85-03B0-15488290B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089B1-52B8-BEBF-CC3F-35D47A34F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35EF6-BD58-E64C-9122-4534BC22D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500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2AB7A-904E-24A2-3782-2CA9AB35B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1B215B-7582-9264-F400-C3FA55CB2F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F58262-4F66-85DF-53C2-6E0CEB443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FD80A5-F458-AB58-964C-F1BA1CDBF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598E-7988-2D43-8C2F-BD0D1BD8502B}" type="datetimeFigureOut">
              <a:rPr lang="en-US" smtClean="0"/>
              <a:t>3/10/25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99FA06-58B8-7449-B844-E50238421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5B5A1C-61FE-029B-B88F-183C708D9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35EF6-BD58-E64C-9122-4534BC22D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38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C1F85-A0E6-293D-070D-E1AC1EBB3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0A9BF0-5E5C-994C-43AC-799D511BD9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DF588-3D1F-1E4E-1BD4-824CF54AD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598E-7988-2D43-8C2F-BD0D1BD8502B}" type="datetimeFigureOut">
              <a:rPr lang="en-US" smtClean="0"/>
              <a:t>3/10/25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FEDDB-6CD2-1F15-E3F7-7AB9EEDF4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6C78C-3A6A-F458-AF3E-B6A7B3780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35EF6-BD58-E64C-9122-4534BC22D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601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431B7E-0A81-E701-8B75-2DA31EA891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80F547-60D4-39B2-2247-A4DE218FD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EB7A2-7913-F426-CFCD-77F89D4EF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598E-7988-2D43-8C2F-BD0D1BD8502B}" type="datetimeFigureOut">
              <a:rPr lang="en-US" smtClean="0"/>
              <a:t>3/10/25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4390F-C382-D760-2EF4-1BF6D23F2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E08DF-ABC6-6238-BF37-280720F56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35EF6-BD58-E64C-9122-4534BC22D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40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A5E433-26C2-14D0-5225-C16F65CAA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B7E92-05F6-824C-FF52-77E078DE14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CDC28-14B5-9730-113A-A691FAF73F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DF598E-7988-2D43-8C2F-BD0D1BD8502B}" type="datetimeFigureOut">
              <a:rPr lang="en-US" smtClean="0"/>
              <a:t>3/10/25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6BC49-187E-8D18-D2C1-0ABAF2D553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14728-B263-AFEB-84BC-4472D62DE7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035EF6-BD58-E64C-9122-4534BC22D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955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number of objects&#10;&#10;AI-generated content may be incorrect.">
            <a:extLst>
              <a:ext uri="{FF2B5EF4-FFF2-40B4-BE49-F238E27FC236}">
                <a16:creationId xmlns:a16="http://schemas.microsoft.com/office/drawing/2014/main" id="{1F455DC8-92A9-2570-041A-A3B1DAB34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450" y="1282700"/>
            <a:ext cx="5753100" cy="429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58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F9004136-3766-23B6-2002-2319C5F4316B}"/>
              </a:ext>
            </a:extLst>
          </p:cNvPr>
          <p:cNvGrpSpPr/>
          <p:nvPr/>
        </p:nvGrpSpPr>
        <p:grpSpPr>
          <a:xfrm>
            <a:off x="749386" y="1051867"/>
            <a:ext cx="10693228" cy="4523433"/>
            <a:chOff x="749386" y="1051867"/>
            <a:chExt cx="10693228" cy="452343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A66120E-E967-0E83-0E84-116F13223F33}"/>
                </a:ext>
              </a:extLst>
            </p:cNvPr>
            <p:cNvGrpSpPr/>
            <p:nvPr/>
          </p:nvGrpSpPr>
          <p:grpSpPr>
            <a:xfrm>
              <a:off x="749386" y="1282700"/>
              <a:ext cx="10693228" cy="4292600"/>
              <a:chOff x="1316509" y="1455695"/>
              <a:chExt cx="10693228" cy="4292600"/>
            </a:xfrm>
          </p:grpSpPr>
          <p:pic>
            <p:nvPicPr>
              <p:cNvPr id="5" name="Picture 4" descr="A graph of bar graph with text&#10;&#10;AI-generated content may be incorrect.">
                <a:extLst>
                  <a:ext uri="{FF2B5EF4-FFF2-40B4-BE49-F238E27FC236}">
                    <a16:creationId xmlns:a16="http://schemas.microsoft.com/office/drawing/2014/main" id="{DF0C7E12-46FE-D76D-7F77-FAE2E349B0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r="16923"/>
              <a:stretch/>
            </p:blipFill>
            <p:spPr>
              <a:xfrm>
                <a:off x="1316509" y="1455695"/>
                <a:ext cx="4779491" cy="4292600"/>
              </a:xfrm>
              <a:prstGeom prst="rect">
                <a:avLst/>
              </a:prstGeom>
            </p:spPr>
          </p:pic>
          <p:pic>
            <p:nvPicPr>
              <p:cNvPr id="7" name="Picture 6" descr="A graph of a bar graph&#10;&#10;AI-generated content may be incorrect.">
                <a:extLst>
                  <a:ext uri="{FF2B5EF4-FFF2-40B4-BE49-F238E27FC236}">
                    <a16:creationId xmlns:a16="http://schemas.microsoft.com/office/drawing/2014/main" id="{A792C4C5-ABFF-0AC7-F208-D90FC3B39B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56637" y="1455695"/>
                <a:ext cx="5753100" cy="4292600"/>
              </a:xfrm>
              <a:prstGeom prst="rect">
                <a:avLst/>
              </a:prstGeom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B7694E5-93F3-6DE2-247E-AB6379F1C10B}"/>
                </a:ext>
              </a:extLst>
            </p:cNvPr>
            <p:cNvSpPr txBox="1"/>
            <p:nvPr/>
          </p:nvSpPr>
          <p:spPr>
            <a:xfrm>
              <a:off x="749386" y="1051867"/>
              <a:ext cx="47352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A.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FC021A1-B51F-38C3-55FD-3BBB75E7D75D}"/>
                </a:ext>
              </a:extLst>
            </p:cNvPr>
            <p:cNvSpPr txBox="1"/>
            <p:nvPr/>
          </p:nvSpPr>
          <p:spPr>
            <a:xfrm>
              <a:off x="5689514" y="1051867"/>
              <a:ext cx="46583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7258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9083384-4175-00A9-8A5E-7E73184CFC74}"/>
              </a:ext>
            </a:extLst>
          </p:cNvPr>
          <p:cNvGrpSpPr/>
          <p:nvPr/>
        </p:nvGrpSpPr>
        <p:grpSpPr>
          <a:xfrm>
            <a:off x="266918" y="502919"/>
            <a:ext cx="10142267" cy="6355080"/>
            <a:chOff x="266918" y="502919"/>
            <a:chExt cx="10142267" cy="6355080"/>
          </a:xfrm>
        </p:grpSpPr>
        <p:pic>
          <p:nvPicPr>
            <p:cNvPr id="7" name="Picture 6" descr="A comparison of a grid of a white and black grid&#10;&#10;AI-generated content may be incorrect.">
              <a:extLst>
                <a:ext uri="{FF2B5EF4-FFF2-40B4-BE49-F238E27FC236}">
                  <a16:creationId xmlns:a16="http://schemas.microsoft.com/office/drawing/2014/main" id="{10F9F3FD-F8B6-D181-BF3E-59310037A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48302" y="782715"/>
              <a:ext cx="4960883" cy="264628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90D0CE7-DF0A-82FC-234D-718324C13D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5448301" y="4140199"/>
              <a:ext cx="4960883" cy="2646284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3FE18D1-A9C5-6AED-1BF8-0E16F8CD46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266918" y="4211715"/>
              <a:ext cx="4960883" cy="2646284"/>
            </a:xfrm>
            <a:prstGeom prst="rect">
              <a:avLst/>
            </a:prstGeom>
          </p:spPr>
        </p:pic>
        <p:pic>
          <p:nvPicPr>
            <p:cNvPr id="11" name="Picture 10" descr="A black and white squares with white text&#10;&#10;AI-generated content may be incorrect.">
              <a:extLst>
                <a:ext uri="{FF2B5EF4-FFF2-40B4-BE49-F238E27FC236}">
                  <a16:creationId xmlns:a16="http://schemas.microsoft.com/office/drawing/2014/main" id="{B47F6BA2-B7CE-8CA8-8BD8-E8F4363FD7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7608" y="502919"/>
              <a:ext cx="3454340" cy="3637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1629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61C4E-82F8-834C-A913-D0CB68139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1CB5AC79-12E8-AD11-3785-E21C1E265327}"/>
              </a:ext>
            </a:extLst>
          </p:cNvPr>
          <p:cNvGrpSpPr/>
          <p:nvPr/>
        </p:nvGrpSpPr>
        <p:grpSpPr>
          <a:xfrm>
            <a:off x="749386" y="1051867"/>
            <a:ext cx="10693228" cy="4523433"/>
            <a:chOff x="749386" y="1051867"/>
            <a:chExt cx="10693228" cy="452343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444BB72-DE28-1769-5306-A42788CED5FB}"/>
                </a:ext>
              </a:extLst>
            </p:cNvPr>
            <p:cNvGrpSpPr/>
            <p:nvPr/>
          </p:nvGrpSpPr>
          <p:grpSpPr>
            <a:xfrm>
              <a:off x="749386" y="1282700"/>
              <a:ext cx="10693228" cy="4292600"/>
              <a:chOff x="1316509" y="1455695"/>
              <a:chExt cx="10693228" cy="429260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61B06A2-B449-83D8-C81C-C138ED12E7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r="16924"/>
              <a:stretch/>
            </p:blipFill>
            <p:spPr>
              <a:xfrm>
                <a:off x="1316509" y="1455695"/>
                <a:ext cx="4779491" cy="4292600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71463A26-498B-CF6F-5583-D5061D2D6A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/>
              <a:stretch/>
            </p:blipFill>
            <p:spPr>
              <a:xfrm>
                <a:off x="6256637" y="1455695"/>
                <a:ext cx="5753100" cy="4292600"/>
              </a:xfrm>
              <a:prstGeom prst="rect">
                <a:avLst/>
              </a:prstGeom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2550F21-FC0F-ACD4-F148-3897AA261B1F}"/>
                </a:ext>
              </a:extLst>
            </p:cNvPr>
            <p:cNvSpPr txBox="1"/>
            <p:nvPr/>
          </p:nvSpPr>
          <p:spPr>
            <a:xfrm>
              <a:off x="749386" y="1051867"/>
              <a:ext cx="47352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A.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6490834-BA52-2726-CD59-302B000C3A8F}"/>
                </a:ext>
              </a:extLst>
            </p:cNvPr>
            <p:cNvSpPr txBox="1"/>
            <p:nvPr/>
          </p:nvSpPr>
          <p:spPr>
            <a:xfrm>
              <a:off x="5689514" y="1051867"/>
              <a:ext cx="46583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8739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932</TotalTime>
  <Words>8</Words>
  <Application>Microsoft Macintosh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 Chang</dc:creator>
  <cp:lastModifiedBy>Leo Chang</cp:lastModifiedBy>
  <cp:revision>2</cp:revision>
  <dcterms:created xsi:type="dcterms:W3CDTF">2025-03-10T01:32:52Z</dcterms:created>
  <dcterms:modified xsi:type="dcterms:W3CDTF">2025-03-11T05:25:05Z</dcterms:modified>
</cp:coreProperties>
</file>